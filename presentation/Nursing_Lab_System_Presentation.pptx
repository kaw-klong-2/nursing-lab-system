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สวัสดีท่านผู้บริหาร คณาจารย์ และผู้เข้าร่วมประชุมทุกท่านครับ วันนี้ผมขอนำเสนอระบบบริหารจัดการห้องปฏิบัติการพยาบาล หรือ KUNurse+ ของคณะพยาบาลศาสตร์ มหาวิทยาลัยเกษตรศาสตร์ โดยสไลด์ชุดนี้ออกแบบมาเพื่อให้ทุกท่านเห็นภาพและเข้าใจฟังก์ชันการใช้งานจริงครบทุกเมนูครับ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แต่ละฟังก์ชันถูกสร้างขึ้นมาเพื่อแก้ปัญหาหน้างานจริง ทั้งเรื่องการติดตามครุภัณฑ์รายชิ้น การป้องกันเวชภัณฑ์และซองสเตอร์ไรด์หมดอายุ และการจัดตารางห้องซ้อมแล็บของนิสิตไม่ให้ชนกับวิชาเรียนครับ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เมื่อเข้าสู่ระบบผ่านหน้า Login ระบบจะตรวจสอบสิทธิ์และปรับแถบเมนูด้านซ้ายให้ตรงกับบทบาทของผู้ใช้งานทั้ง 4 กลุ่มโดยอัตโนมัติครับ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แถบเมนูด้านซ้ายของระบบแบ่งออกเป็น 5 หมวดหมู่หลัก ครอบคลุมตั้งแต่งานบริการนิสิตและอาจารย์ งานบริหารคลังพัสดุและสเตอร์ไรด์หลังบ้าน ไปจนถึงการวิเคราะห์งบประมาณและรายงานผู้บริหารครับ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เมื่อนิสิตเข้าสู่ระบบจะพบกับหน้า Student Dashboard ที่สรุปว่าตอนนี้มีของที่ยืมอยู่กี่ชิ้น มีคำขอรออนุมัติกี่รายการ พร้อมปุ่มลัดสำหรับกดยื่นคำขอใหม่หรือจองห้องซ้อมได้ทันทีครับ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Unified Request ช่วยให้ผู้ใช้ทำเพียง 3 ขั้นตอน คือ เลือกรายวิชา เลือกอุปกรณ์ว่าจะดึงมาทั้งชุดฝึกหรือเลือกเป็นรายชิ้น และระบุวันเวลารับ-คืนแล้วกดส่งคำขอในหน้าต่างเดียวครับ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เมนูชุดฝึกปฏิบัติการช่วยให้อาจารย์สร้างตะกร้าแม่แบบไว้ล่วงหน้า พอนิสิตจะใช้ฝึก แค่กดเลือกชื่อชุดฝึก ระบบจะดึงรายการย่อยทั้งหมดเข้าใบคำขอให้ทันทีโดยไม่ตกหล่นครับ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นิสิตสามารถจองคิวเตียงซ้อมล่วงหน้าได้ และระบบจะบวกชั่วโมงการฝึกสะสมของนิสิตแต่ละคนให้อัตโนมัติ ช่วยให้อาจารย์ตรวจสอบได้ว่านิสิตคนใดซ้อมครบเกณฑ์ก่อนสอบปฏิบัติครับ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หน้าตารางงานรวมทุกห้องรวมทั้งตารางสอนวิชาปกติ ตารางสอบ OSCE และคิวซ้อมของนิสิตมาไว้ในปฏิทินเดียว พร้อมระบบล็อกคิวอัตโนมัติป้องกันการจองซ้อน 100% 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ระบบใช้การอนุมัติ 2 ระดับ ขั้นแรกอาจารย์ประจำวิชาอนุมัติความเหมาะสมทางวิชาการ จากนั้นรายการจะส่งต่อไปยังเจ้าหน้าที่แล็บเพื่อจัดเตรียมของและอนุมัติจ่ายพัสดุในขั้นที่สองครับ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ในชั่วโมงเร่งด่วน เจ้าหน้าที่สามารถเปิดหน้า Lab Store POS แล้วใช้กล้องหรือปืนบาร์โค้ดยิงที่สติกเกอร์ QR บนตัวอุปกรณ์เพื่อจ่ายของและตัดสต็อกได้ภายในไม่กี่วินาทีครับ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ระบบแยกครุภัณฑ์ที่มีเลขครุภัณฑ์ประจำตัวแต่ละชิ้น ออกจากวัสดุสิ้นเปลือง พร้อมผูกพิกัดตู้เก็บของและพิมพ์สติกเกอร์ QR Code ไปติดทั้งที่ตัวอุปกรณ์และที่หน้าบานตู้เก็บของได้ทันทีครับ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เมื่อรับเวชภัณฑ์ล็อตใหม่เข้าคลัง ระบบจะแจ้งเตือนล่วงหน้าเมื่อมีล็อตใกล้หมดอายุ และเวลาจ่ายของออกจะตัดจากล็อตที่ใกล้หมดอายุก่อนแบบ FEFO อัตโนมัติครับ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เมนูแบ่งบรรจุและสเตอร์ไรด์ช่วยให้เจ้าหน้าที่ตัดยอดวัสดุห่อใหญ่มาสร้างเป็นรหัสซองย่อย กำหนดวันหมดอายุสเตอร์ไรด์ และพิมพ์สติกเกอร์บาร์โค้ดติดทุกซองได้ทันทีครับ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ตอนรับคืนอุปกรณ์ หากเจ้าหน้าที่ระบุว่าชิ้นไหนชำรุด ระบบจะเปลี่ยนสถานะชิ้นนั้นเป็น กำลังซ่อมบำรุง ทันที เพื่อไม่ให้คนอื่นกดยืมต่อ และส่งเรื่องเข้าเมนูตรวจเช็กและบำรุงรักษาครับ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ทุกครั้งที่นิสิตหรืออาจารย์เบิกวัสดุสิ้นเปลืองไปใช้ในวิชาใด ระบบจะนำราคาต้นทุนมาคำนวณสะสมเข้าสู่วิชานั้นให้อัตโนมัติ ทำให้เห็นกราฟเปรียบเทียบงบประมาณรายวิชาชัดเจนครับ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เมนูบันทึกการเปิด-ปิดแอร์เปลี่ยนสมุดเซ็นหน้าห้องให้เป็นระบบดิจิทัล คำนวณชั่วโมงการทำงานของแอร์แต่ละห้องให้อัตโนมัติ และสรุปรายงานรายเดือนได้ทันทีครับ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แดชบอร์ดผู้บริหาร Cockpit 360 องศา ดึงข้อมูลทั้งหมดในระบบมาสรุปเป็น 5 กราฟยุทธศาสตร์ในหน้าเดียว ทั้งการใช้ห้อง งบรายวิชา ชั่วโมงฝึกนิสิต และเวชภัณฑ์ใกล้หมดอายุครับ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เมนูรายงานสามารถส่งออกไฟล์ Excel หรือสั่งพิมพ์เป็นเอกสาร PDF มาตรฐานราชการที่มีช่องเซ็นชื่อ 3 ลำดับขั้น คือ ผู้จัดทำ ผู้ตรวจสอบ และผู้อนุมัติ ได้ทันทีครับ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ทั้งหมดนี้คือ 15 ฟังก์ชันหลักใน 5 หมวดหมู่ของระบบบริหารจัดการห้องปฏิบัติการพยาบาล KUNurse+ ต่อจากนี้ผมขออนุญาตเปิดหน้าจอระบบจริงเพื่อสาธิตการใช้งานสดและเปิดรับข้อซักถามครับ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01/20   |   ส่วนที่ 1: ภาพรวมระบบ &amp; โครงสร้างเมนู   |   System Overview   |   ผู้ใช้งาน: นิสิต | อาจารย์ | เจ้าหน้าที่ห้องปฏิบัติการ | ผู้บริหาร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ระบบบริหารจัดการห้องปฏิบัติการพยาบาล (KUNurse+)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แพลตฟอร์มดิจิทัลครบวงจรสำหรับคลังเวชภัณฑ์ ครุภัณฑ์ การฝึกทักษะนิสิต และรายงานผู้บริหาร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1. บริการนิสิต &amp; อาจารย์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จองห้องซ้อมแล็บ ยื่นคำขอเบิก-ยืมชุดฝึกหัตถการ และอนุมัติคำขอออนไลน์ 2 ระดับ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2. บริหารคลัง &amp; สเตอร์ไรด์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คุมครุภัณฑ์รายชิ้น คุมล็อตวันหมดอายุ FEFO แบ่งบรรจุซองย่อยปลอดเชื้อ และสแกน QR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3. ข้อมูลยุทธศาสตร์ผู้บริหาร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วิเคราะห์ต้นทุนวัสดุรายวิชา ชั่วโมงฝึกนิสิต บันทึกแอร์ และออกรายงานราชการลงนาม 3 ขั้น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overview_student_dashboard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35433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ยกระดับห้องปฏิบัติการพยาบาลสู่ Smart Digital Nursing Lab เต็มรูปแบบ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02/20   |   ส่วนที่ 1: ภาพรวมระบบ &amp; โครงสร้างเมนู   |   Pain Points -&gt; Functional Solutions   |   ผู้ใช้งาน: ทุกบทบาทในคณะพยาบาลศาสตร์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ทำไมต้องมีระบบนี้? จับคู่ปัญหาเดิมสู่ฟังก์ชันที่แก้ได้ตรงจุด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ทุกเมนูในระบบถูกออกแบบมาเพื่อแก้ปัญหาหน้างานจริงของห้องปฏิบัติการพยาบาลโดยเฉพาะ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1. แก้ปัญหาสมุดยืม-คืน &amp; ของสูญหาย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ใช้ฟังก์ชัน คำขอแบบบูรณาการ (/borrow) และ จุดสแกนจ่ายด่วนด้วย QR (/pos) รู้ทันทีว่าของอยู่กับใคร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2. แก้ปัญหาเวชภัณฑ์ &amp; ซองสเตอร์ไรด์หมดอายุ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ใช้ฟังก์ชัน รับเข้าคุมล็อต FEFO (/stock-in) และ งานแบ่งบรรจุสเตอร์ไรด์ (/repack) แจ้งเตือนล่วงหน้า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3. แก้ปัญหาคิวห้องชนกัน &amp; นับชั่วโมงฝึกยาก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ใช้ฟังก์ชัน ปฏิทินรวมทุกห้อง (/schedule) และ ระบบจองซ้อมแล็บพร้อมสะสมชั่วโมงฝึกนิสิต (/practice)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ystem_Flow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89473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เปลี่ยนภาระงานเอกสารซ้ำซ้อน ให้เป็นระบบอัตโนมัติที่แม่นยำและโปร่งใส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03/20   |   ส่วนที่ 1: ภาพรวมระบบ &amp; โครงสร้างเมนู   |   เมนู: /login และ /users   |   ผู้ใช้งาน: นิสิต | อาจารย์ | เจ้าหน้าที่ | ผู้บริหาร/แอดมิน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ฟังก์ชันการเข้าสู่ระบบ &amp; การแบ่งสิทธิ์ผู้ใช้งาน 4 บทบาท (RBAC)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เข้าใช้งานง่ายผ่าน KU All-Login พร้อมจัดหน้าจอและเมนูให้เหมาะกับหน้าที่ของแต่ละคนอัตโนมัติ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1. นิสิตพยาบาล (Student)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เห็นเมนูจองรอบซ้อมแล็บ, ยื่นคำขอเบิก-ยืมอุปกรณ์/ชุดฝึก, และตรวจสอบชั่วโมงฝึกสะสมของตนเอง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2. อาจารย์ประจำวิชา (Teacher)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เห็นเมนูศูนย์อนุมัติคำขอในวิชาที่ดูแล, ตั้งค่าชุดฝึกปฏิบัติการ (Kits), และดูสถิติการซ้อมของนิสิต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3. เจ้าหน้าที่ &amp; ผู้บริหาร (Officer / Exec)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เจ้าหน้าที่ดูแลคลัง/สเตอร์ไรด์/สแกนจ่ายของ ส่วนผู้บริหารดูแดชบอร์ด 360° และรายงานทางการ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ep_1_login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88525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ปลอดภัยตามมาตรฐานองค์กร ผู้ใช้แต่ละกลุ่มเห็นเฉพาะเมนูที่ตนเองต้องใช้งานจริง ไม่สับสน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04/20   |   ส่วนที่ 1: ภาพรวมระบบ &amp; โครงสร้างเมนู   |   Sidebar Navigation (5 หมวดหลัก)   |   ผู้ใช้งาน: ภาพรวมโครงสร้างเมนูทั้งหมด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แผนผัง 5 กลุ่มเมนูหลักบน Sidebar: เข้าใจโครงสร้างใน 1 นาที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จัดหมวดหมู่ฟังก์ชันการทำงานออกเป็น 5 กลุ่มชัดเจน ครอบคลุมทุกกระบวนการของห้องปฏิบัติการ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กลุ่ม 1: ภาพรวม &amp; กำหนดการ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ภาพรวมห้องแล็บ (/), ตารางงานรวมทุกห้อง (/schedule), แดชบอร์ดผู้บริหาร (/executive)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กลุ่ม 2: บริการเบิก-ยืม &amp; ฝึกปฏิบัติ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ศูนย์อนุมัติ (/approvals), ยืม-คืน &amp; เบิก (/borrow), จุดจ่ายด่วน (/pos), ชุดฝึก (/kits), จองห้อง (/rooms), ซ้อมแล็บ (/practice)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กลุ่ม 3-5: คลังพัสดุ, งบประมาณ &amp; ตั้งค่า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ทะเบียนคลัง (/inventory), รับเข้า (/stock-in), สเตอร์ไรด์ (/repack), ซ่อมบำรุง (/maintenance), รายงาน (/reports), รายวิชา (/courses), แอร์ (/air-conditioning)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low_01_system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78365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ผู้ใช้งานค้นหาเมนูง่าย ไม่หลงทาง เพราะจัดกลุ่มตามลักษณะงานจริง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05/20   |   ส่วนที่ 2: บริการเบิก-ยืม &amp; ฝึกปฏิบัติ (นิสิต/อาจารย์)   |   เมนู: / (ภาพรวมห้องแล็บ - มุมมองนิสิต)   |   ผู้ใช้งาน: นิสิตพยาบาล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ฟังก์ชันที่ 1: หน้าแดชบอร์ดนิสิต (Student Smart Dashboard)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ศูนย์รวมข้อมูลส่วนตัวของนิสิต ดูสถานะคำขอ รอบซ้อมแล็บ และกำหนดคืนครุภัณฑ์ได้ในหน้าเดียว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1: ดูการ์ดสรุปสถานะ (Status Cards)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ตรวจสอบจำนวนรายการที่กำลังยืมอยู่, คำขอที่รออาจารย์อนุมัติ, และนัดหมายซ้อมแล็บที่กำลังจะถึง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2: กดปุ่มทางลัดด่วน (Quick Actions)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กดปุ่ม 'ยื่นคำขอเบิก-ยืมพัสดุ' หรือ 'จองรอบฝึกปฏิบัติการ' จากหน้าแรกได้ทันทีโดยไม่ต้องเข้าหลายเมนู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3: ติดตามกำหนดคืนอุปกรณ์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ดูตารางรายการยืมล่าสุดพร้อมป้ายสีแจ้งเตือนวันครบกำหนดคืน เพื่อป้องกันการคืนล่าช้า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udent_main_dashboard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35433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นิสิตทราบสถานะของตนเองตลอดเวลา ลดการเดินมาสอบถามเจ้าหน้าที่หน้าห้องแล็บ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06/20   |   ส่วนที่ 2: บริการเบิก-ยืม &amp; ฝึกปฏิบัติ (นิสิต/อาจารย์)   |   เมนู: /borrow (ยืม-คืนครุภัณฑ์ &amp; เบิกพัสดุ)   |   ผู้ใช้งาน: นิสิต | อาจารย์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ฟังก์ชันที่ 2: การยื่นคำขอแบบบูรณาการ (Unified One-Stop Request)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ยื่นคำขอครั้งเดียว ได้ครบทั้ง ยืมครุภัณฑ์ + เบิกวัสดุสิ้นเปลือง + จองห้องปฏิบัติการ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1: เลือกรายวิชา &amp; อาจารย์ผู้รับผิดชอบ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เลือกรหัสวิชาที่ต้องการใช้อุปกรณ์ ระบบจะผูกผู้อนุมัติประจำวิชานั้นให้อัตโนมัติ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2: เลือกชุดฝึก (Kit) หรือเลือกพัสดุรายชิ้น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กดดึงจาก 'ชุดฝึกปฏิบัติการ' ยกชุด หรือค้นหาครุภัณฑ์/วัสดุสิ้นเปลืองพร้อมดูยอดคงเหลือจริง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3: ระบุวันเวลารับ-คืน &amp; กดส่งคำขอ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กำหนดวันที่ต้องการใช้งานและวันส่งคืน จากนั้นกดยืนยันเพื่อส่งเข้าคิวอนุมัติทันที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ep_2_unified_request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88525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ลดเวลาการกรอกฟอร์มซ้ำซ้อนจาก 3 ใบ เหลือเพียงคลิกเดียวในหน้าต่างเดียว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07/20   |   ส่วนที่ 2: บริการเบิก-ยืม &amp; ฝึกปฏิบัติ (นิสิต/อาจารย์)   |   เมนู: /kits (ชุดฝึกปฏิบัติการ - Practice Kits)   |   ผู้ใช้งาน: อาจารย์ | เจ้าหน้าที่ | นิสิต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ฟังก์ชันที่ 3: ชุดฝึกปฏิบัติการแม่แบบ (Master Practice Kits)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จัดตะกร้าอุปกรณ์มาตรฐานตามหัตถการไว้ล่วงหน้า เลือกครั้งเดียวได้อุปกรณ์ครบทุกชิ้นไม่ตกหล่น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1: สร้างชุดฝึกตามหัตถการพยาบาล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อาจารย์/เจ้าหน้าที่สร้างแม่แบบ เช่น ชุดทำแผล, ชุดใส่สายสวนปัสสาวะ, ชุดฉีดยา หรือชุดดูแลทารก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2: กำหนดรายการและจำนวนต่อ 1 ชุด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ผูกทั้งครุภัณฑ์ (เช่น ถาดสแตนเลส, หุ่นแขน) และวัสดุสิ้นเปลือง (เช่น สำลี, เข็ม, ถุงมือ) เข้าไว้ด้วยกัน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3: กดเบิกใช้งานตามจำนวนกลุ่มย่อย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เมื่อนิสิตหรืออาจารย์เลือกชุดฝึกและระบุจำนวนชุด ระบบจะคูณจำนวนอุปกรณ์ทุกชิ้นให้อัตโนมัติ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ep_3_kit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88525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เบิกอุปกรณ์ฝึกหัตถการที่มีของกว่า 15 รายการได้เสร็จภายใน 10 วินาที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08/20   |   ส่วนที่ 2: บริการเบิก-ยืม &amp; ฝึกปฏิบัติ (นิสิต/อาจารย์)   |   เมนู: /practice (ขอเข้าฝึกปฏิบัติด้วยตนเอง &amp; ชั่วโมงฝึก)   |   ผู้ใช้งาน: นิสิต | อาจารย์ | เจ้าหน้าที่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ฟังก์ชันที่ 4: จองรอบซ้อมแล็บอิสระ &amp; สรุปชั่วโมงฝึกนิสิต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ระบบจองคิวเตียงฝึกนอกเวลาเรียน พร้อมคำนวณชั่วโมงการฝึกทักษะของนิสิตรายบุคคลอัตโนมัติ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1: นิสิตเลือกรอบเวลา &amp; ห้อง/เตียงที่ว่าง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ดูตารางสล็อตเวลาที่เปิดให้ซ้อม เลือกห้อง เตียง หัตถการที่ต้องการซ้อม และรายชื่อเพื่อนร่วมกลุ่ม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2: รับตั๋ว QR Ticket &amp; เช็กอินเข้าซ้อม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เมื่อได้รับการอนุมัติ นิสิตจะได้ตั๋ว QR Code สำหรับแสดงหรือสแกนเช็กอินเมื่อเข้าใช้ห้องแล็บจริง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3: สรุปชั่วโมงฝึกสะสมรายบุคคล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แท็บ 'สรุปชั่วโมงฝึกนิสิต' จะรวมจำนวนครั้งและชั่วโมงที่นิสิตแต่ละคนเข้าซ้อม แยกตามรายวิชาและชั้นปี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ep_4_booking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885259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จัดระเบียบการซ้อมแล็บนอกเวลา และได้ฐานข้อมูลชั่วโมงฝึกนิสิตรายบุคคลแบบอัตโนมัติ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09/20   |   ส่วนที่ 2: บริการเบิก-ยืม &amp; ฝึกปฏิบัติ (นิสิต/อาจารย์)   |   เมนู: /rooms และ /schedule (ปฏิทินรวมทุกห้อง)   |   ผู้ใช้งาน: อาจารย์ | เจ้าหน้าที่ | นิสิต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ฟังก์ชันที่ 5: จองห้องปฏิบัติการ &amp; ปฏิทินรวมทุกห้อง (Master Calendar)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มองเห็นคิวการใช้ทุกห้องปฏิบัติการในหน้าจอเดียว พร้อมระบบป้องกันการจองเวลาทับซ้อน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1: ดูปฏิทินรวมทุกห้อง (/schedule)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สลับดูมุมมองรายเดือน รายสัปดาห์ หรือรายวัน เห็นทั้งคิวเรียนปกติ คิวสอบ คิวซ้อม และกำหนดรับ-คืนอุปกรณ์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2: ชี้ดูรายละเอียดกิจกรรม (Hover Card)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เลื่อนเมาส์ชี้ที่แถบสี จะแสดงชื่อวิชา ผู้จอง จำนวนนิสิต และรายการอุปกรณ์ที่ต้องเตรียมสำหรับคาบนั้น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3: จองห้อง &amp; ซิงค์ตารางเรียนภายนอก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จองห้องผ่านเมนู /rooms โดยมี Conflict Engine ป้องกันคิวชน และรองรับ API ซิงค์ตารางเรียนภายนอก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6_practice_time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82356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บริหารการใช้พื้นที่ห้องปฏิบัติการทุกห้องได้เต็มประสิทธิภาพสูงสุดโดยไม่เกิดคิวชนกัน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10/20   |   ส่วนที่ 2: บริการเบิก-ยืม &amp; ฝึกปฏิบัติ (นิสิต/อาจารย์)   |   เมนู: /approvals (ศูนย์อนุมัติคำขอ)   |   ผู้ใช้งาน: อาจารย์ประจำวิชา (ขั้นที่ 1) | เจ้าหน้าที่แล็บ (ขั้นที่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ฟังก์ชันที่ 6: ศูนย์อนุมัติคำขอ 2 ระดับ (Two-Tier Approval Center)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ระบบกลั่นกรองคำขออย่างเป็นขั้นตอน ระหว่างอาจารย์ผู้สอนและเจ้าหน้าที่ผู้ดูแลคลังพัสดุ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1: อาจารย์อนุมัติทางวิชาการ (Teacher Approval)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อาจารย์เห็นคำขอของนิสิตในวิชาตนเอง ตรวจสอบความเหมาะสมของอุปกรณ์และจำนวน แล้วกดอนุมัติขั้นที่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2: เจ้าหน้าที่อนุมัติจ่ายพัสดุ (Officer Approval)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คำขอที่ผ่านอาจารย์แล้วจะส่งมาให้เจ้าหน้าที่แล็บตรวจสอบสต็อกจริง ล็อกของ และกดอนุมัติขั้นที่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3: แจ้งเตือนผู้ขอให้มารับอุปกรณ์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ระบบส่งแจ้งเตือนไปยังนิสิต/ผู้ขอทันทีว่าอุปกรณ์จัดเตรียมเสร็จเรียบร้อยพร้อมให้มารับที่ห้องแล็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9_teacher_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82356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โปร่งใส ตรวจสอบได้ อาจารย์ช่วยสกรีนความเหมาะสมก่อนถึงมือเจ้าหน้าที่คลัง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11/20   |   ส่วนที่ 3: จุดจ่ายด่วน &amp; การจัดการคลังพัสดุ (เจ้าหน้าที่)   |   เมนู: /pos (จุดเบิกจ่ายด่วน - Lab Store POS)   |   ผู้ใช้งาน: เจ้าหน้าที่ห้องปฏิบัติการ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ฟังก์ชันที่ 7: จุดเบิกจ่ายด่วนหน้าเคาน์เตอร์ด้วย QR Code (Lab Store POS)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สแกนจ่ายพัสดุและรับคืนครุภัณฑ์หน้าห้องแล็บแบบเร่งด่วน รวดเร็วเหมือนแคชเชียร์ร้านค้าสมัยใหม่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1: เลือกผู้เบิก หรือดึงจากใบคำขอ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ค้นหาชื่อนิสิต/อาจารย์ หรือสแกน QR จากใบคำขอที่ได้รับการอนุมัติแล้วเพื่อดึงรายการขึ้นหน้าจอ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2: สแกน QR Code ที่ตัวอุปกรณ์/ซองเวชภัณฑ์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ใช้กล้องแท็บเล็ตหรือเครื่องยิงบาร์โค้ด สแกนป้าย QR บนตัวครุภัณฑ์ กล่องวัสดุ หรือซองแบ่งบรรจุสเตอร์ไรด์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3: กดยืนยันจ่าย &amp; ออกใบเสร็จดิจิทัล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ระบบตัดสต็อกทันที บันทึกเวลาจ่ายของ และแสดงใบรับ-จ่ายดิจิทัล (POS Receipt) ที่สั่งพิมพ์ได้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low_02_request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31051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เปลี่ยนการเขียนสมุดหน้าห้องแล็บที่ใช้เวลาหลายนาที ให้จบด้วยการสแกนไม่กี่วินาที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12/20   |   ส่วนที่ 3: จุดจ่ายด่วน &amp; การจัดการคลังพัสดุ (เจ้าหน้าที่)   |   เมนู: /inventory และ /storage (ทะเบียนคลัง &amp; ตู้จัดเก็บ)   |   ผู้ใช้งาน: เจ้าหน้าที่ | อาจารย์ | ผู้บริหาร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ฟังก์ชันที่ 8: ทะเบียนพัสดุ-ครุภัณฑ์ &amp; พิกัดตู้จัดเก็บอัจฉริยะ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แยกคุม 'ครุภัณฑ์รายชิ้น' และ 'วัสดุสิ้นเปลืองรายล็อต' พร้อมระบุพิกัดตู้เก็บของและพิมพ์ป้าย QR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1: แยกจัดการครุภัณฑ์ vs วัสดุสิ้นเปลือง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ครุภัณฑ์คุมด้วยรหัส Asset/เลขครุภัณฑ์รายชิ้น ส่วนวัสดุสิ้นเปลืองคุมด้วยจำนวนคงเหลือและจุดเตือนสต็อกต่ำ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2: ผูกพิกัดห้องและตู้จัดเก็บ (Storage Mapping)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กำหนดว่าพัสดุแต่ละรายการเก็บอยู่ที่ห้องใด ตู้ใบไหน ชั้นวางที่เท่าไหร่ ค้นหาพิกัดของได้ทันที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3: สั่งพิมพ์สติกเกอร์ QR Code ครบชุด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พิมพ์ป้าย QR ติดตัวครุภัณฑ์, ติดกล่องวัสดุ, หรือติดหน้าตู้เก็บของ (สแกนหน้าตู้เพื่อตรวจนับสต็อกผ่านมือถือได้)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8_asset_detail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82356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หาของเจอไว รู้พิกัดตู้ชัดเจน และตรวจนับสต็อกประจำปีได้ง่ายด้วยมือถือเครื่องเดียว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13/20   |   ส่วนที่ 3: จุดจ่ายด่วน &amp; การจัดการคลังพัสดุ (เจ้าหน้าที่)   |   เมนู: /stock-in (รับเข้าพัสดุ &amp; คุมล็อตวันหมดอายุ)   |   ผู้ใช้งาน: เจ้าหน้าที่ห้องปฏิบัติการ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ฟังก์ชันที่ 9: รับเข้าพัสดุ (Stock-In) &amp; ระบบตัดจ่ายตามวันหมดอายุ (FEFO)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บันทึกการรับเวชภัณฑ์เข้าคลังแยกตาม Lot Number พร้อมระบบเตือนล่วงหน้าก่อนของหมดอายุ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1: บันทึกรับของเข้าคลังแยกตามล็อต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ระบุรายการพัสดุที่รับเข้า จำนวน ราคาต่อหน่วย เลข Lot การผลิต วันตรวจรับ และวันหมดอายุ (Expiry Date)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2: ระบบเฝ้าระวังวันหมดอายุอัตโนมัติ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ระบบคำนวณอายุคงเหลือของทุกล็อต หากล็อตใดใกล้หมดอายุจะแสดงป้ายเตือนสีเหลือง/แดงบนแดชบอร์ดทันที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3: ตัดจ่ายอัตโนมัติแบบ FEFO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เมื่อมีการเบิกจ่ายวัสดุ ระบบจะเลือกตัดยอดจากล็อตที่ 'หมดอายุเร็วที่สุดก่อน (First-Expired, First-Out)' เสมอ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_borrow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82356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ขจัดปัญหาเวชภัณฑ์หมดอายุคาตู้เก็บของ ลดการสูญเสียงบประมาณแผ่นดิน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14/20   |   ส่วนที่ 3: จุดจ่ายด่วน &amp; การจัดการคลังพัสดุ (เจ้าหน้าที่)   |   เมนู: /repack (แบ่งบรรจุ &amp; สเตอร์ไรด์)   |   ผู้ใช้งาน: เจ้าหน้าที่ห้องปฏิบัติการ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ฟังก์ชันที่ 10: งานแบ่งบรรจุเวชภัณฑ์ &amp; อบฆ่าเชื้อ (Repack &amp; Sterilization)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ฟีเจอร์เฉพาะทางสำหรับห้องแล็บพยาบาล: ตัดห่อใหญ่มาจัดซองย่อยปลอดเชื้อและคุมวันหมดอายุสเตอร์ไรด์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1: เลือกวัสดุห่อใหญ่ตั้งต้นที่จะนำมาแบ่ง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เช่น เบิกสำลีหรือผ้าก๊อซห่อใหญ่ 1 ห่อ เพื่อนำมาตัดแบ่งจัดเป็นซองย่อยสำหรับให้นิสิตฝึกทำแผล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2: บันทึกรอบการอบฆ่าเชื้อ (Sterilization Lot)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ระบุจำนวนซองย่อยที่ได้ วิธีการฆ่าเชื้อ (Autoclave / EO Gas) วันที่อบ และวันหมดอายุความปลอดเชื้อ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3: พิมพ์สติกเกอร์ QR ติดทุกซองย่อย (Pack 1..N)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ระบบสร้างรหัสประจำซองย่อยทุกซอง พร้อมพิมพ์สติกเกอร์ระบุวันหมดอายุสเตอร์ไรด์ติดหน้าซองทันที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andard_vertical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933885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แก้ปัญหาที่ระบบคลังสินค้าทั่วไปทำไม่ได้ ตอบโจทย์งานเวชภัณฑ์ปลอดเชื้อของคณะพยาบาลศาสตร์ 100%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15/20   |   ส่วนที่ 3: จุดจ่ายด่วน &amp; การจัดการคลังพัสดุ (เจ้าหน้าที่)   |   เมนู: /maintenance (ตรวจเช็ก &amp; บำรุงรักษา)   |   ผู้ใช้งาน: เจ้าหน้าที่ | อาจารย์ | ผู้บริหาร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ฟังก์ชันที่ 11: การตรวจรับคืน ประเมินสภาพ &amp; แจ้งซ่อมบำรุงครุภัณฑ์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เชื่อมโยงขั้นตอนการรับคืนครุภัณฑ์เข้ากับระบบแจ้งซ่อมบำรุงและประวัติการซ่อมรายชิ้น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1: ประเมินสภาพครุภัณฑ์ขณะรับคืน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เมื่อผู้ยืมนำของมาคืน เจ้าหน้าที่เลือกสถานะรายชิ้น: สมบูรณ์ปกติ, ชำรุดเสียหาย หรือ สูญหาย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2: เปลี่ยนสถานะเป็น 'ซ่อมบำรุง' อัตโนมัติ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หากพบความชำรุด ระบบจะล็อกครุภัณฑ์ชิ้นนั้นไม่ให้ใครยืมต่อ และสร้างรายการในหน้า /maintenance ทันที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3: บันทึกผลการซ่อมและรับกลับเข้าคลัง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บันทึกอาการเสีย บริษัทที่รับซ่อม ค่าใช้จ่ายการซ่อม และกดเปลี่ยนสถานะกลับเป็น 'พร้อมใช้งาน' เมื่อซ่อมเสร็จ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_unified_request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82356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ไม่มีครุภัณฑ์ชำรุดหลุดไปถึงมือนิสิตในคาบเรียน และมีประวัติซ่อมบำรุงครบถ้วน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16/20   |   ส่วนที่ 4: งบประมาณ, รายงาน &amp; แดชบอร์ดผู้บริหาร   |   เมนู: /courses (จัดการรายวิชา &amp; ต้นทุน)   |   ผู้ใช้งาน: อาจารย์ผู้ประสานงาน | เจ้าหน้าที่ | ผู้บริหาร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ฟังก์ชันที่ 12: จัดการรายวิชา &amp; วิเคราะห์ต้นทุนวัสดุสิ้นเปลืองรายวิชา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ผูกทุกการเบิกใช้วัสดุเข้ากับรหัสวิชาเรียน คำนวณงบประมาณที่ใช้จริงแยกตามรายวิชาอัตโนมัติ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1: กำหนดรายวิชาและอาจารย์ผู้ประสานงาน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สร้างข้อมูลรายวิชาปฏิบัติการพยาบาล กำหนดรหัสวิชา ชื่อวิชา และอาจารย์ผู้รับผิดชอบ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2: สะสมยอดต้นทุนจากการเบิกจริง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ทุกครั้งที่มีการเบิกจ่ายวัสดุสิ้นเปลืองในวิชานั้น ระบบจะคำนวณมูลค่า (จำนวน x ราคาทุนต่อหน่วย) เข้าสู่วิชาทันที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3: วิเคราะห์กราฟเปรียบเทียบต้นทุนรายวิชา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ดูกราฟโดนัทและตารางสรุปว่าแต่ละวิชาใช้วัสดุไปกี่รายการ คิดเป็นเงินกี่บาท และรายการใดใช้เยอะที่สุด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0_courses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82356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บริหารงบประมาณวัสดุฝึกปฏิบัติการด้วยข้อมูลจริง (Data-Driven Budgeting)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17/20   |   ส่วนที่ 4: งบประมาณ, รายงาน &amp; แดชบอร์ดผู้บริหาร   |   เมนู: /air-conditioning (บันทึกเปิด-ปิดแอร์)   |   ผู้ใช้งาน: เจ้าหน้าที่ | อาจารย์ | ผู้บริหาร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ฟังก์ชันที่ 13: ระบบบันทึกการเปิด-ปิดเครื่องปรับอากาศ (AC &amp; Energy Logs)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เปลี่ยนสมุดเซ็นเปิด-ปิดแอร์หน้าห้องปฏิบัติการ เป็นระบบบันทึกดิจิทัลพร้อมคำนวณชั่วโมงทำงานอัตโนมัติ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1: บันทึกเวลาเปิด-ปิดแอร์รายห้อง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เลือกห้องปฏิบัติการ ระบุเวลาเริ่มเปิด เวลาปิด อุณหภูมิที่ตั้ง และวัตถุประสงค์การใช้ห้อง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2: คำนวณชั่วโมงการทำงานสะสมอัตโนมัติ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ระบบคำนวณจำนวนชั่วโมงที่เปิดแอร์ในแต่ละครั้ง และรวมยอดชั่วโมงสะสมรายห้องประจำเดือน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3: วิเคราะห์แนวโน้มเพื่อการประหยัดพลังงาน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เปรียบเทียบชั่วโมงการเปิดแอร์กับชั่วโมงที่มีการจองใช้ห้องจริง เพื่อตรวจสอบความคุ้มค่าด้านพลังงาน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7_practice_my_book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82356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ตรวจสอบการใช้พลังงานของแต่ละห้องปฏิบัติการได้ง่าย รวดเร็ว และเป็นปัจจุบัน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18/20   |   ส่วนที่ 4: งบประมาณ, รายงาน &amp; แดชบอร์ดผู้บริหาร   |   เมนู: /executive (แดชบอร์ดผู้บริหาร Cockpit 360°)   |   ผู้ใช้งาน: คณบดี | ผู้บริหารคณะ | หัวหน้าห้องปฏิบัติการ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ฟังก์ชันที่ 14: แดชบอร์ดผู้บริหาร (Executive Decision Cockpit 360°)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สรุปตัวชี้วัดสำคัญและกราฟตัดสินใจเชิงยุทธศาสตร์ 5 มิติในหน้าจอเดียวแบบ Real-Time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มิติที่ 1-2: การใช้ห้องแล็บ &amp; งบประมาณรายวิชา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กราฟเปรียบเทียบอัตราการใช้ห้องแล็บแต่ละห้อง (Room Utilization) และมูลค่าการเบิกวัสดุตามรายวิชา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มิติที่ 3-4: ชั่วโมงฝึกนิสิต &amp; สุขภาพคลังเวชภัณฑ์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กราฟแนวโน้มชั่วโมงการเข้าฝึกทักษะของนิสิตแต่ละชั้นปี และแจ้งเตือนรายการเวชภัณฑ์ใกล้หมดอายุ/สต็อกต่ำ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มิติที่ 5: ความเร็วในการให้บริการ (Approval SLA)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วัดระยะเวลาเฉลี่ยในการอนุมัติคำขอและอัตราความสำเร็จในการให้บริการของห้องปฏิบัติการ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_stud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82356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ผู้บริหารมีข้อมูลครบ 360 องศาสำหรับการวางแผนยุทธศาสตร์และการจัดสรรทรัพยากรของคณะ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19/20   |   ส่วนที่ 4: งบประมาณ, รายงาน &amp; แดชบอร์ดผู้บริหาร   |   เมนู: /reports และ /audit-logs (รายงาน &amp; ความโปร่งใส)   |   ผู้ใช้งาน: เจ้าหน้าที่ | ผู้บริหาร | ผู้ดูแลระบบ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ฟังก์ชันที่ 15: รายงานทางการพร้อมบล็อกลงนาม 3 ขั้น &amp; Audit Logs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ส่งออกรายงาน Excel และพิมพ์เอกสาร PDF มาตรฐานราชการพร้อมช่องเซ็นอนุมัติ 3 ลำดับขั้นทันที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1: เลือกประเภทรายงานและช่วงเวลา (/reports)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รายงานคงคลัง, รายงานการเบิกใช้วัสดุรายวิชา, รายงานการยืม-คืนครุภัณฑ์, หรือรายงานชั่วโมงฝึกนิสิต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2: พิมพ์ PDF พร้อมบล็อกลงนาม 3 ขั้น หรือ Export Excel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จัดหน้ากระดาษ A4 อย่างเป็นทางการ มีช่องลงนาม 'ผู้จัดทำ / ผู้ตรวจสอบ / ผู้อนุมัติ' พร้อมเสนอเซ็นได้ทันที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ขั้นที่ 3: ตรวจสอบประวัติย้อนหลัง (/audit-logs)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บันทึกทุกการกระทำในระบบว่าใครล็อกอิน ใครแก้ไขสต็อก หรือใครกดอนุมัติเมื่อไหร่ โปร่งใส 100%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low_system_operational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48739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ลดเวลาจัดทำรายงานประจำเดือนจากหลายวันเหลือเพียง 1 คลิก พร้อมเสนอผู้บริหารลงนามทันที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  <a:latin typeface="Sarabun"/>
              </a:defRPr>
            </a:pPr>
            <a:r>
              <a:t>SLIDE 20/20   |   ส่วนที่ 5: สรุปคุณค่าหลัก &amp; การสาธิตระบบจริง   |   Ready for Live Demo &amp; Q&amp;A   |   ผู้ใช้งาน: คณะพยาบาลศาสตร์ มหาวิทยาลัยเกษตรศาสตร์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arabun"/>
              </a:defRPr>
            </a:pPr>
            <a:r>
              <a:t>สรุปภาพรวมฟังก์ชันระบบ KUNurse+ พร้อมก้าวสู่ Smart Nursing Lab</a:t>
            </a:r>
          </a:p>
          <a:p>
            <a:pPr>
              <a:defRPr sz="1400">
                <a:solidFill>
                  <a:srgbClr val="94A3B8"/>
                </a:solidFill>
                <a:latin typeface="Sarabun"/>
              </a:defRPr>
            </a:pPr>
            <a:r>
              <a:t>เชื่อมโยงทุกบทบาท ครบทุกฟังก์ชันการใช้งาน เพื่อคุณภาพการจัดการเรียนการสอนพยาบาลศาสตร์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80136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1. ฝั่งนิสิต &amp; อาจารย์สะดวกขึ้น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จองคิวซ้อมแล็บออนไลน์ เบิกชุดฝึกแม่แบบในคลิกเดียว อนุมัติไว และติดตามชั่วโมงฝึกสะสมได้จริง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5468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326440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2. ฝั่งเจ้าหน้าที่คลังแม่นยำขึ้น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แยกคุมครุภัณฑ์รายชิ้น คุมล็อตวันหมดอายุ FEFO แบ่งบรรจุซองสเตอร์ไรด์ และสแกน QR จ่าย-รับคืนด่วน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6492240" cy="1298448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4727448"/>
            <a:ext cx="617220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Sarabun"/>
              </a:defRPr>
            </a:pPr>
            <a:r>
              <a:t>▶ 3. ฝั่งผู้บริหารตัดสินใจได้แม่นยำ</a:t>
            </a:r>
          </a:p>
          <a:p>
            <a:pPr>
              <a:defRPr sz="1350">
                <a:solidFill>
                  <a:srgbClr val="F8FAFC"/>
                </a:solidFill>
                <a:latin typeface="Sarabun"/>
              </a:defRPr>
            </a:pPr>
            <a:r>
              <a:t>เห็นต้นทุนรายวิชา อัตราการใช้ห้องแล็บ และออกรายงานทางการพร้อมบล็อกลงนาม 3 ขั้นได้ทันที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1691640"/>
            <a:ext cx="4526280" cy="42245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5_kits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251960" cy="282356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6053328"/>
            <a:ext cx="11247120" cy="566928"/>
          </a:xfrm>
          <a:prstGeom prst="roundRect">
            <a:avLst/>
          </a:prstGeom>
          <a:solidFill>
            <a:srgbClr val="134E4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  <a:latin typeface="Sarabun"/>
              </a:defRPr>
            </a:pPr>
            <a:r>
              <a:t>ผลลัพธ์สำคัญ (Key Outcome):  ขอขอบคุณทุกท่านครับ — เชิญรับชมการสาธิตหน้าจอระบบจริง (Live System Demonstration)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